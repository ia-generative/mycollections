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 de contrôle des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code de contrôle du format PPTX est FMT-PPTX-1301.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